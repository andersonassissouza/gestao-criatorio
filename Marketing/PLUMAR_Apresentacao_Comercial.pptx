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800" kern="0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PLUMAR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de Criatório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2860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Comercial — Abril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Feito por criador,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criador.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3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Problema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maioria dos criadores de aves no Brasil ainda gerencia seus criatórios com ferramentas improvisadas.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04672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FF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genéticos perdidos em planilhas que corrompem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804672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FF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Cruzamentos sem planejamento = filhotes sem valor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804672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FF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2461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Anilhas anotadas em cadernos — risco na fiscalização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804672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FF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40233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visão financeira real do criatório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Solução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PLUMAR é o primeiro sistema de gestão de criatório com simulador genético integrado.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84048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11680"/>
            <a:ext cx="73152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Plantel Completo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com dados genéticos, idade, sexo e status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2011680"/>
            <a:ext cx="384048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2011680"/>
            <a:ext cx="73152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2103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Simulador Genético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Preveja mutações e probabilidades antes de cruzar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384048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383280"/>
            <a:ext cx="73152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74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Anilhas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886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Rastreamento digital, pronto para SISPASS/IBAMA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383280"/>
            <a:ext cx="384048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383280"/>
            <a:ext cx="73152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474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Financeira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886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Receitas, despesas e resultado do criatório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3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Funcionalidades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Plantel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individual, genética, status reprodutivo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371600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Simulador Genético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Mutações possíveis com probabilidades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371600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Gaiolas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 física, casais formados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200400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Anilhas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Rastreamento, busca, SISPASS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0" y="3200400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 Reprodutivos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Posturas, incubação, nascimentos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3200400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Receitas, despesas, resultado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Simulador Genético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funcionalidade exclusiva que nenhum outro sistema oferece.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0" cy="29260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Selecione a espécie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Informe mutações do macho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Informe mutações da fêmea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Veja todos os resultados possíveis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3840480" cy="2926080"/>
          </a:xfrm>
          <a:prstGeom prst="rect">
            <a:avLst/>
          </a:prstGeom>
          <a:solidFill>
            <a:srgbClr val="97BC62">
              <a:alpha val="1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importa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19456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Cruzar sem planejamento genético é jogar dinheiro fora.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Filhotes com mutações definidas valem até 5x mais no mercado.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simulador permite planejar toda a temporada com dados concretos.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3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 Quem É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5F5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Criador de Ornamentais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Canários, calopsitas, agapornis, ringnecks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Plantel: 50 a 300 aves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Dor: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planilhas, já perdeu dados genéticos, não consegue simular cruzamentos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Motivação: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Melhorar qualidade genética e se profissionalizar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5F5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Criador de Silvestres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Curiós, trinca-ferros, coleiros, bicudos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Plantel: 20 a 150 aves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Dor: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impecáveis para IBAMA. Controle de anilhas em caderno.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Motivação: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documental e conformidade legal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3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de Negócio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371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Gratuito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dias com acesso completo. Sem cartão de crédito. O criador conhece o sistema com seus próprios dados.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73152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 Mensal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1691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acessível para o criador brasileiro. Valor inferior ao custo de um saco de ração premium.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Funil de Conversão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1554480" cy="118872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Descoberta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sociais, grupos WhatsApp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48840" y="3474720"/>
            <a:ext cx="1554480" cy="1188720"/>
          </a:xfrm>
          <a:prstGeom prst="rect">
            <a:avLst/>
          </a:prstGeom>
          <a:solidFill>
            <a:srgbClr val="3D7D3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4884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40280" y="3977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+ conteúdo educativo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0" y="3474720"/>
            <a:ext cx="1554480" cy="1188720"/>
          </a:xfrm>
          <a:prstGeom prst="rect">
            <a:avLst/>
          </a:prstGeom>
          <a:solidFill>
            <a:srgbClr val="4E9D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0" y="3977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dias grátis, onboarding guiado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32120" y="3474720"/>
            <a:ext cx="1554480" cy="118872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3212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Ativação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23560" y="3977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 10+ aves em 48h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23760" y="3474720"/>
            <a:ext cx="1554480" cy="1188720"/>
          </a:xfrm>
          <a:prstGeom prst="rect">
            <a:avLst/>
          </a:prstGeom>
          <a:solidFill>
            <a:srgbClr val="C4DF9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2376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Conversão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3977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 plano pago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3A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Que o PLUMAR Vence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64592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Funcionalidade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Planilha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Apps genéricos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PLUMAR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Simulador genético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de anilhas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Ciclos reprodutivos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Multi-criatório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Financeiro integrado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Genérico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Feito para aves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Metas — 90 Dias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18288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(trial)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560320" cy="18288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38328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trial→pago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560320" cy="18288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3.000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30936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Seguidores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2560320" cy="1371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520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Inscritos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3474720"/>
            <a:ext cx="2560320" cy="1371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3520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7.000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83280" y="4160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474720"/>
            <a:ext cx="2560320" cy="1371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9360" y="3520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309360" y="4160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ativação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spc="600" kern="0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PLUMAR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Crie com inteligência. Crie com PLUMAR.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27432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grátis por 7 dias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cartão de crédito. Sem compromisso.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plumar.com.br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contato@plumar.com.br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PLUMAR — Sistema de Gestão de Criatório</dc:title>
  <dc:subject>PptxGenJS Presentation</dc:subject>
  <dc:creator>Anderson Assis</dc:creator>
  <cp:lastModifiedBy>Anderson Assis</cp:lastModifiedBy>
  <cp:revision>1</cp:revision>
  <dcterms:created xsi:type="dcterms:W3CDTF">2026-04-15T10:30:46Z</dcterms:created>
  <dcterms:modified xsi:type="dcterms:W3CDTF">2026-04-15T10:30:46Z</dcterms:modified>
</cp:coreProperties>
</file>